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59675" cy="10691813"/>
  <p:notesSz cx="10691813" cy="7559675"/>
  <p:embeddedFontLst>
    <p:embeddedFont>
      <p:font typeface="맑은 고딕" panose="020B0503020000020004" pitchFamily="50" charset="-127"/>
      <p:regular r:id="rId4"/>
      <p:bold r:id="rId5"/>
    </p:embeddedFont>
    <p:embeddedFont>
      <p:font typeface="Garamond" panose="02020404030301010803" pitchFamily="18" charset="0"/>
      <p:regular r:id="rId6"/>
      <p:bold r:id="rId7"/>
      <p:italic r:id="rId8"/>
    </p:embeddedFont>
    <p:embeddedFont>
      <p:font typeface="Georgia" panose="02040502050405020303" pitchFamily="18" charset="0"/>
      <p:regular r:id="rId9"/>
      <p:bold r:id="rId10"/>
      <p:italic r:id="rId11"/>
      <p:boldItalic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9629"/>
    <a:srgbClr val="A87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385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3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AI 마에스트로 포스터.html (1200×1697) → A4 세로. QR 자리는 비어 있으니 실제 QR 이미지를 흰 상자 위에 넣어 주세요. 악보는 이미지, 나머지는 모두 편집 가능한 텍스트·도형입니다.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per tone" descr="pap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59985" cy="10691988"/>
          </a:xfrm>
          <a:prstGeom prst="rect">
            <a:avLst/>
          </a:prstGeom>
        </p:spPr>
      </p:pic>
      <p:sp>
        <p:nvSpPr>
          <p:cNvPr id="3" name="Frame outer"/>
          <p:cNvSpPr/>
          <p:nvPr/>
        </p:nvSpPr>
        <p:spPr>
          <a:xfrm>
            <a:off x="226771" y="226771"/>
            <a:ext cx="7106351" cy="10237440"/>
          </a:xfrm>
          <a:prstGeom prst="rect">
            <a:avLst/>
          </a:prstGeom>
          <a:ln w="8890">
            <a:solidFill>
              <a:srgbClr val="A87B22"/>
            </a:solidFill>
            <a:prstDash val="solid"/>
          </a:ln>
        </p:spPr>
      </p:sp>
      <p:sp>
        <p:nvSpPr>
          <p:cNvPr id="4" name="Frame inner"/>
          <p:cNvSpPr/>
          <p:nvPr/>
        </p:nvSpPr>
        <p:spPr>
          <a:xfrm>
            <a:off x="289773" y="289773"/>
            <a:ext cx="6980347" cy="10111435"/>
          </a:xfrm>
          <a:prstGeom prst="rect">
            <a:avLst/>
          </a:prstGeom>
          <a:ln w="5080">
            <a:solidFill>
              <a:srgbClr val="A87B22">
                <a:alpha val="50000"/>
              </a:srgbClr>
            </a:solidFill>
            <a:prstDash val="solid"/>
          </a:ln>
        </p:spPr>
      </p:sp>
      <p:sp>
        <p:nvSpPr>
          <p:cNvPr id="5" name="Org"/>
          <p:cNvSpPr txBox="1"/>
          <p:nvPr/>
        </p:nvSpPr>
        <p:spPr>
          <a:xfrm>
            <a:off x="0" y="478536"/>
            <a:ext cx="755967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90" b="1" kern="0" spc="90" dirty="0">
                <a:solidFill>
                  <a:srgbClr val="5B56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부산대학교 AX·정보화혁신본부</a:t>
            </a:r>
            <a:endParaRPr lang="en-US" sz="1090" dirty="0"/>
          </a:p>
        </p:txBody>
      </p:sp>
      <p:sp>
        <p:nvSpPr>
          <p:cNvPr id="6" name="Perf"/>
          <p:cNvSpPr txBox="1"/>
          <p:nvPr/>
        </p:nvSpPr>
        <p:spPr>
          <a:xfrm>
            <a:off x="2776576" y="1033181"/>
            <a:ext cx="2006834" cy="195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90" b="1" kern="0" spc="390" dirty="0">
                <a:solidFill>
                  <a:srgbClr val="A87B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</a:t>
            </a:r>
            <a:endParaRPr lang="en-US" sz="1290" dirty="0"/>
          </a:p>
        </p:txBody>
      </p:sp>
      <p:sp>
        <p:nvSpPr>
          <p:cNvPr id="7" name="Shape 4"/>
          <p:cNvSpPr/>
          <p:nvPr/>
        </p:nvSpPr>
        <p:spPr>
          <a:xfrm>
            <a:off x="2499421" y="1134039"/>
            <a:ext cx="289773" cy="0"/>
          </a:xfrm>
          <a:prstGeom prst="line">
            <a:avLst/>
          </a:prstGeom>
          <a:noFill/>
          <a:ln w="6350">
            <a:solidFill>
              <a:srgbClr val="A87B22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21687" y="1134039"/>
            <a:ext cx="289773" cy="0"/>
          </a:xfrm>
          <a:prstGeom prst="line">
            <a:avLst/>
          </a:prstGeom>
          <a:noFill/>
          <a:ln w="6350">
            <a:solidFill>
              <a:srgbClr val="A87B22">
                <a:alpha val="60000"/>
              </a:srgbClr>
            </a:solidFill>
            <a:prstDash val="solid"/>
          </a:ln>
        </p:spPr>
      </p:sp>
      <p:sp>
        <p:nvSpPr>
          <p:cNvPr id="9" name="Title"/>
          <p:cNvSpPr txBox="1"/>
          <p:nvPr/>
        </p:nvSpPr>
        <p:spPr>
          <a:xfrm>
            <a:off x="378013" y="1316736"/>
            <a:ext cx="6803959" cy="8757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550" kern="0" spc="-200" dirty="0">
                <a:solidFill>
                  <a:srgbClr val="1A191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마에스트로</a:t>
            </a:r>
            <a:endParaRPr lang="en-US" sz="6550" dirty="0"/>
          </a:p>
        </p:txBody>
      </p:sp>
      <p:sp>
        <p:nvSpPr>
          <p:cNvPr id="10" name="Subtitle"/>
          <p:cNvSpPr txBox="1"/>
          <p:nvPr/>
        </p:nvSpPr>
        <p:spPr>
          <a:xfrm>
            <a:off x="680405" y="2280605"/>
            <a:ext cx="6300033" cy="365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630" b="1" kern="0" spc="390" dirty="0">
                <a:solidFill>
                  <a:srgbClr val="1A19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</a:t>
            </a:r>
            <a:r>
              <a:rPr lang="en-US" sz="2630" b="1" kern="0" spc="390" dirty="0">
                <a:solidFill>
                  <a:srgbClr val="A87B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en-US" sz="2630" b="1" kern="0" spc="390" dirty="0">
                <a:solidFill>
                  <a:srgbClr val="1A19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</a:t>
            </a:r>
            <a:r>
              <a:rPr lang="en-US" sz="2630" b="1" kern="0" spc="390" dirty="0">
                <a:solidFill>
                  <a:srgbClr val="A87B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en-US" sz="2630" b="1" kern="0" spc="390" dirty="0">
                <a:solidFill>
                  <a:srgbClr val="1A19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</a:t>
            </a:r>
            <a:r>
              <a:rPr lang="en-US" sz="2630" b="1" kern="0" spc="390" dirty="0">
                <a:solidFill>
                  <a:srgbClr val="A87B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en-US" sz="2630" b="1" kern="0" spc="390" dirty="0">
                <a:solidFill>
                  <a:srgbClr val="1A19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</a:t>
            </a:r>
            <a:r>
              <a:rPr lang="en-US" sz="2630" b="1" kern="0" spc="390" dirty="0">
                <a:solidFill>
                  <a:srgbClr val="A87B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en-US" sz="2630" b="1" kern="0" spc="390" dirty="0">
                <a:solidFill>
                  <a:srgbClr val="1A19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</a:t>
            </a:r>
            <a:endParaRPr lang="en-US" sz="2630" dirty="0"/>
          </a:p>
        </p:txBody>
      </p:sp>
      <p:sp>
        <p:nvSpPr>
          <p:cNvPr id="11" name="Rule top"/>
          <p:cNvSpPr/>
          <p:nvPr/>
        </p:nvSpPr>
        <p:spPr>
          <a:xfrm>
            <a:off x="819028" y="3308090"/>
            <a:ext cx="5922020" cy="0"/>
          </a:xfrm>
          <a:prstGeom prst="line">
            <a:avLst/>
          </a:prstGeom>
          <a:noFill/>
          <a:ln w="12700">
            <a:solidFill>
              <a:srgbClr val="A87B2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9028" y="3345946"/>
            <a:ext cx="5922020" cy="0"/>
          </a:xfrm>
          <a:prstGeom prst="line">
            <a:avLst/>
          </a:prstGeom>
          <a:noFill/>
          <a:ln w="5080">
            <a:solidFill>
              <a:srgbClr val="A87B22">
                <a:alpha val="6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9028" y="5385710"/>
            <a:ext cx="5922020" cy="0"/>
          </a:xfrm>
          <a:prstGeom prst="line">
            <a:avLst/>
          </a:prstGeom>
          <a:noFill/>
          <a:ln w="5080">
            <a:solidFill>
              <a:srgbClr val="A87B22">
                <a:alpha val="60000"/>
              </a:srgbClr>
            </a:solidFill>
            <a:prstDash val="solid"/>
          </a:ln>
        </p:spPr>
      </p:sp>
      <p:sp>
        <p:nvSpPr>
          <p:cNvPr id="14" name="Rule bottom"/>
          <p:cNvSpPr/>
          <p:nvPr/>
        </p:nvSpPr>
        <p:spPr>
          <a:xfrm>
            <a:off x="819028" y="5423566"/>
            <a:ext cx="5922020" cy="0"/>
          </a:xfrm>
          <a:prstGeom prst="line">
            <a:avLst/>
          </a:prstGeom>
          <a:noFill/>
          <a:ln w="12700">
            <a:solidFill>
              <a:srgbClr val="A87B22"/>
            </a:solidFill>
            <a:prstDash val="solid"/>
          </a:ln>
        </p:spPr>
      </p:sp>
      <p:pic>
        <p:nvPicPr>
          <p:cNvPr id="15" name="Staff treble" descr="r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53" y="3552230"/>
            <a:ext cx="5962552" cy="617089"/>
          </a:xfrm>
          <a:prstGeom prst="rect">
            <a:avLst/>
          </a:prstGeom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D23DAEA2-A52D-4705-8254-F8045CD28C98}"/>
              </a:ext>
            </a:extLst>
          </p:cNvPr>
          <p:cNvGrpSpPr/>
          <p:nvPr/>
        </p:nvGrpSpPr>
        <p:grpSpPr>
          <a:xfrm>
            <a:off x="3282330" y="4678777"/>
            <a:ext cx="995416" cy="37765"/>
            <a:chOff x="3282330" y="4558024"/>
            <a:chExt cx="995416" cy="37765"/>
          </a:xfrm>
        </p:grpSpPr>
        <p:sp>
          <p:nvSpPr>
            <p:cNvPr id="19" name="Shape 14"/>
            <p:cNvSpPr/>
            <p:nvPr/>
          </p:nvSpPr>
          <p:spPr>
            <a:xfrm>
              <a:off x="3282330" y="4576861"/>
              <a:ext cx="441015" cy="0"/>
            </a:xfrm>
            <a:prstGeom prst="line">
              <a:avLst/>
            </a:prstGeom>
            <a:noFill/>
            <a:ln w="6350">
              <a:solidFill>
                <a:srgbClr val="A87B22">
                  <a:alpha val="60000"/>
                </a:srgbClr>
              </a:solidFill>
              <a:prstDash val="solid"/>
            </a:ln>
          </p:spPr>
        </p:sp>
        <p:sp>
          <p:nvSpPr>
            <p:cNvPr id="20" name="Shape 15"/>
            <p:cNvSpPr/>
            <p:nvPr/>
          </p:nvSpPr>
          <p:spPr>
            <a:xfrm>
              <a:off x="3836731" y="4576861"/>
              <a:ext cx="441015" cy="0"/>
            </a:xfrm>
            <a:prstGeom prst="line">
              <a:avLst/>
            </a:prstGeom>
            <a:noFill/>
            <a:ln w="6350">
              <a:solidFill>
                <a:srgbClr val="A87B22">
                  <a:alpha val="60000"/>
                </a:srgbClr>
              </a:solidFill>
              <a:prstDash val="solid"/>
            </a:ln>
          </p:spPr>
        </p:sp>
        <p:sp>
          <p:nvSpPr>
            <p:cNvPr id="21" name="Diamond"/>
            <p:cNvSpPr/>
            <p:nvPr/>
          </p:nvSpPr>
          <p:spPr>
            <a:xfrm rot="2700000">
              <a:off x="3761110" y="4558024"/>
              <a:ext cx="37765" cy="37765"/>
            </a:xfrm>
            <a:prstGeom prst="rect">
              <a:avLst/>
            </a:prstGeom>
            <a:solidFill>
              <a:srgbClr val="A87B22"/>
            </a:solidFill>
            <a:ln/>
          </p:spPr>
        </p:sp>
      </p:grpSp>
      <p:sp>
        <p:nvSpPr>
          <p:cNvPr id="24" name="Programme head"/>
          <p:cNvSpPr txBox="1"/>
          <p:nvPr/>
        </p:nvSpPr>
        <p:spPr>
          <a:xfrm>
            <a:off x="1017366" y="6093100"/>
            <a:ext cx="18899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90" dirty="0">
                <a:solidFill>
                  <a:srgbClr val="1A191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행사 내용</a:t>
            </a:r>
            <a:endParaRPr lang="en-US" sz="1590" dirty="0"/>
          </a:p>
        </p:txBody>
      </p:sp>
      <p:sp>
        <p:nvSpPr>
          <p:cNvPr id="25" name="Text 20"/>
          <p:cNvSpPr txBox="1"/>
          <p:nvPr/>
        </p:nvSpPr>
        <p:spPr>
          <a:xfrm>
            <a:off x="4905375" y="6115050"/>
            <a:ext cx="164657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b="1" i="1" kern="0" dirty="0">
                <a:solidFill>
                  <a:srgbClr val="A87B22"/>
                </a:solidFill>
                <a:latin typeface="Georgia" panose="02040502050405020303" pitchFamily="18" charset="0"/>
                <a:ea typeface="Garamond" pitchFamily="34" charset="-122"/>
                <a:cs typeface="Garamond" pitchFamily="34" charset="-120"/>
              </a:rPr>
              <a:t>Program</a:t>
            </a:r>
            <a:endParaRPr lang="en-US" sz="1200" b="1" i="1" dirty="0">
              <a:latin typeface="Georgia" panose="02040502050405020303" pitchFamily="18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1008035" y="6447434"/>
            <a:ext cx="5544007" cy="0"/>
          </a:xfrm>
          <a:prstGeom prst="line">
            <a:avLst/>
          </a:prstGeom>
          <a:noFill/>
          <a:ln w="8890">
            <a:solidFill>
              <a:srgbClr val="A87B22"/>
            </a:solidFill>
            <a:prstDash val="solid"/>
          </a:ln>
        </p:spPr>
      </p:sp>
      <p:sp>
        <p:nvSpPr>
          <p:cNvPr id="27" name="Row 1 no"/>
          <p:cNvSpPr txBox="1"/>
          <p:nvPr/>
        </p:nvSpPr>
        <p:spPr>
          <a:xfrm>
            <a:off x="1045799" y="6552956"/>
            <a:ext cx="48508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90" dirty="0">
                <a:solidFill>
                  <a:srgbClr val="A87B2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Ⅰ</a:t>
            </a:r>
            <a:endParaRPr lang="en-US" sz="1590" dirty="0"/>
          </a:p>
        </p:txBody>
      </p:sp>
      <p:sp>
        <p:nvSpPr>
          <p:cNvPr id="28" name="Row 1 name"/>
          <p:cNvSpPr txBox="1"/>
          <p:nvPr/>
        </p:nvSpPr>
        <p:spPr>
          <a:xfrm>
            <a:off x="1426113" y="6557665"/>
            <a:ext cx="121788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90" b="1" dirty="0">
                <a:solidFill>
                  <a:srgbClr val="1A19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사업성과 발표</a:t>
            </a:r>
            <a:endParaRPr lang="en-US" sz="1590" dirty="0"/>
          </a:p>
        </p:txBody>
      </p:sp>
      <p:sp>
        <p:nvSpPr>
          <p:cNvPr id="29" name="Row 1 by"/>
          <p:cNvSpPr txBox="1"/>
          <p:nvPr/>
        </p:nvSpPr>
        <p:spPr>
          <a:xfrm>
            <a:off x="5688482" y="6557665"/>
            <a:ext cx="83823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440" dirty="0">
                <a:solidFill>
                  <a:srgbClr val="5B564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AX혁신과</a:t>
            </a:r>
            <a:endParaRPr lang="en-US" sz="1440" dirty="0"/>
          </a:p>
        </p:txBody>
      </p:sp>
      <p:sp>
        <p:nvSpPr>
          <p:cNvPr id="31" name="Shape 26"/>
          <p:cNvSpPr/>
          <p:nvPr/>
        </p:nvSpPr>
        <p:spPr>
          <a:xfrm>
            <a:off x="1008035" y="6864767"/>
            <a:ext cx="5544007" cy="0"/>
          </a:xfrm>
          <a:prstGeom prst="line">
            <a:avLst/>
          </a:prstGeom>
          <a:noFill/>
          <a:ln w="6350">
            <a:solidFill>
              <a:srgbClr val="A87B22"/>
            </a:solidFill>
            <a:prstDash val="solid"/>
          </a:ln>
        </p:spPr>
      </p:sp>
      <p:sp>
        <p:nvSpPr>
          <p:cNvPr id="32" name="Row 2 no"/>
          <p:cNvSpPr txBox="1"/>
          <p:nvPr/>
        </p:nvSpPr>
        <p:spPr>
          <a:xfrm>
            <a:off x="1045799" y="6968734"/>
            <a:ext cx="48508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90" dirty="0">
                <a:solidFill>
                  <a:srgbClr val="A87B2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Ⅱ</a:t>
            </a:r>
            <a:endParaRPr lang="en-US" sz="1590" dirty="0"/>
          </a:p>
        </p:txBody>
      </p:sp>
      <p:sp>
        <p:nvSpPr>
          <p:cNvPr id="33" name="Row 2 name"/>
          <p:cNvSpPr txBox="1"/>
          <p:nvPr/>
        </p:nvSpPr>
        <p:spPr>
          <a:xfrm>
            <a:off x="1426113" y="6973443"/>
            <a:ext cx="121788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90" b="1" dirty="0">
                <a:solidFill>
                  <a:srgbClr val="1A19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우수사례 발표</a:t>
            </a:r>
            <a:endParaRPr lang="en-US" sz="1590" dirty="0"/>
          </a:p>
        </p:txBody>
      </p:sp>
      <p:sp>
        <p:nvSpPr>
          <p:cNvPr id="34" name="Row 2 by"/>
          <p:cNvSpPr txBox="1"/>
          <p:nvPr/>
        </p:nvSpPr>
        <p:spPr>
          <a:xfrm>
            <a:off x="5292822" y="6973443"/>
            <a:ext cx="123398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440" dirty="0">
                <a:solidFill>
                  <a:srgbClr val="5B564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마에스트로 4명</a:t>
            </a:r>
            <a:endParaRPr lang="en-US" sz="1440" dirty="0"/>
          </a:p>
        </p:txBody>
      </p:sp>
      <p:sp>
        <p:nvSpPr>
          <p:cNvPr id="36" name="Shape 31"/>
          <p:cNvSpPr/>
          <p:nvPr/>
        </p:nvSpPr>
        <p:spPr>
          <a:xfrm>
            <a:off x="1008035" y="7280544"/>
            <a:ext cx="5544007" cy="0"/>
          </a:xfrm>
          <a:prstGeom prst="line">
            <a:avLst/>
          </a:prstGeom>
          <a:noFill/>
          <a:ln w="6350">
            <a:solidFill>
              <a:srgbClr val="A87B22"/>
            </a:solidFill>
            <a:prstDash val="solid"/>
          </a:ln>
        </p:spPr>
      </p:sp>
      <p:sp>
        <p:nvSpPr>
          <p:cNvPr id="37" name="Row 3 no"/>
          <p:cNvSpPr txBox="1"/>
          <p:nvPr/>
        </p:nvSpPr>
        <p:spPr>
          <a:xfrm>
            <a:off x="1045799" y="7384512"/>
            <a:ext cx="48508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90" dirty="0">
                <a:solidFill>
                  <a:srgbClr val="A87B2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Ⅲ</a:t>
            </a:r>
            <a:endParaRPr lang="en-US" sz="1590" dirty="0"/>
          </a:p>
        </p:txBody>
      </p:sp>
      <p:sp>
        <p:nvSpPr>
          <p:cNvPr id="38" name="Row 3 name"/>
          <p:cNvSpPr txBox="1"/>
          <p:nvPr/>
        </p:nvSpPr>
        <p:spPr>
          <a:xfrm>
            <a:off x="1426113" y="7389221"/>
            <a:ext cx="80384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90" b="1" dirty="0">
                <a:solidFill>
                  <a:srgbClr val="1A19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AX 특강</a:t>
            </a:r>
            <a:endParaRPr lang="en-US" sz="1590" dirty="0"/>
          </a:p>
        </p:txBody>
      </p:sp>
      <p:sp>
        <p:nvSpPr>
          <p:cNvPr id="39" name="Row 3 by"/>
          <p:cNvSpPr txBox="1"/>
          <p:nvPr/>
        </p:nvSpPr>
        <p:spPr>
          <a:xfrm>
            <a:off x="5038161" y="7389221"/>
            <a:ext cx="148864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440" dirty="0">
                <a:solidFill>
                  <a:srgbClr val="5B564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그라운드 장병준</a:t>
            </a:r>
            <a:endParaRPr lang="en-US" sz="1440" dirty="0"/>
          </a:p>
        </p:txBody>
      </p:sp>
      <p:sp>
        <p:nvSpPr>
          <p:cNvPr id="41" name="Shape 36"/>
          <p:cNvSpPr/>
          <p:nvPr/>
        </p:nvSpPr>
        <p:spPr>
          <a:xfrm>
            <a:off x="1008035" y="7696413"/>
            <a:ext cx="5544007" cy="0"/>
          </a:xfrm>
          <a:prstGeom prst="line">
            <a:avLst/>
          </a:prstGeom>
          <a:noFill/>
          <a:ln w="6350">
            <a:solidFill>
              <a:srgbClr val="A87B22"/>
            </a:solidFill>
            <a:prstDash val="solid"/>
          </a:ln>
        </p:spPr>
      </p:sp>
      <p:sp>
        <p:nvSpPr>
          <p:cNvPr id="42" name="Row 4 no"/>
          <p:cNvSpPr txBox="1"/>
          <p:nvPr/>
        </p:nvSpPr>
        <p:spPr>
          <a:xfrm>
            <a:off x="1045799" y="7800289"/>
            <a:ext cx="48508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90" dirty="0">
                <a:solidFill>
                  <a:srgbClr val="A87B2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Ⅳ</a:t>
            </a:r>
            <a:endParaRPr lang="en-US" sz="1590" dirty="0"/>
          </a:p>
        </p:txBody>
      </p:sp>
      <p:sp>
        <p:nvSpPr>
          <p:cNvPr id="43" name="Row 4 name"/>
          <p:cNvSpPr txBox="1"/>
          <p:nvPr/>
        </p:nvSpPr>
        <p:spPr>
          <a:xfrm>
            <a:off x="1426113" y="7805044"/>
            <a:ext cx="64867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90" b="1" dirty="0">
                <a:solidFill>
                  <a:srgbClr val="1A19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피날레</a:t>
            </a:r>
            <a:endParaRPr lang="en-US" sz="1590" dirty="0"/>
          </a:p>
        </p:txBody>
      </p:sp>
      <p:sp>
        <p:nvSpPr>
          <p:cNvPr id="44" name="Row 4 by"/>
          <p:cNvSpPr txBox="1"/>
          <p:nvPr/>
        </p:nvSpPr>
        <p:spPr>
          <a:xfrm>
            <a:off x="5000214" y="7805044"/>
            <a:ext cx="15265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440" dirty="0">
                <a:solidFill>
                  <a:srgbClr val="5B564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성과조사 · 단체사진</a:t>
            </a:r>
            <a:endParaRPr lang="en-US" sz="1440" dirty="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E246221-32FF-40FE-ACE7-5153E870732E}"/>
              </a:ext>
            </a:extLst>
          </p:cNvPr>
          <p:cNvGrpSpPr/>
          <p:nvPr/>
        </p:nvGrpSpPr>
        <p:grpSpPr>
          <a:xfrm>
            <a:off x="2074788" y="6677360"/>
            <a:ext cx="3626313" cy="1247379"/>
            <a:chOff x="2167037" y="6456894"/>
            <a:chExt cx="3534064" cy="1247379"/>
          </a:xfrm>
        </p:grpSpPr>
        <p:sp>
          <p:nvSpPr>
            <p:cNvPr id="30" name="Shape 25"/>
            <p:cNvSpPr/>
            <p:nvPr/>
          </p:nvSpPr>
          <p:spPr>
            <a:xfrm>
              <a:off x="2736159" y="6456894"/>
              <a:ext cx="2964942" cy="0"/>
            </a:xfrm>
            <a:prstGeom prst="line">
              <a:avLst/>
            </a:prstGeom>
            <a:noFill/>
            <a:ln w="12700">
              <a:solidFill>
                <a:srgbClr val="CD9629">
                  <a:alpha val="54902"/>
                </a:srgbClr>
              </a:solidFill>
              <a:prstDash val="sysDot"/>
            </a:ln>
          </p:spPr>
        </p:sp>
        <p:sp>
          <p:nvSpPr>
            <p:cNvPr id="35" name="Shape 30"/>
            <p:cNvSpPr/>
            <p:nvPr/>
          </p:nvSpPr>
          <p:spPr>
            <a:xfrm>
              <a:off x="2736159" y="6872672"/>
              <a:ext cx="2569190" cy="0"/>
            </a:xfrm>
            <a:prstGeom prst="line">
              <a:avLst/>
            </a:prstGeom>
            <a:noFill/>
            <a:ln w="12700">
              <a:solidFill>
                <a:srgbClr val="CD9629">
                  <a:alpha val="54902"/>
                </a:srgbClr>
              </a:solidFill>
              <a:prstDash val="sysDot"/>
            </a:ln>
          </p:spPr>
        </p:sp>
        <p:sp>
          <p:nvSpPr>
            <p:cNvPr id="40" name="Shape 35"/>
            <p:cNvSpPr/>
            <p:nvPr/>
          </p:nvSpPr>
          <p:spPr>
            <a:xfrm>
              <a:off x="2322119" y="7288450"/>
              <a:ext cx="2728661" cy="0"/>
            </a:xfrm>
            <a:prstGeom prst="line">
              <a:avLst/>
            </a:prstGeom>
            <a:noFill/>
            <a:ln w="12700">
              <a:solidFill>
                <a:srgbClr val="CD9629">
                  <a:alpha val="54902"/>
                </a:srgbClr>
              </a:solidFill>
              <a:prstDash val="sysDot"/>
            </a:ln>
          </p:spPr>
        </p:sp>
        <p:sp>
          <p:nvSpPr>
            <p:cNvPr id="45" name="Shape 40"/>
            <p:cNvSpPr/>
            <p:nvPr/>
          </p:nvSpPr>
          <p:spPr>
            <a:xfrm>
              <a:off x="2167037" y="7704273"/>
              <a:ext cx="2845796" cy="0"/>
            </a:xfrm>
            <a:prstGeom prst="line">
              <a:avLst/>
            </a:prstGeom>
            <a:noFill/>
            <a:ln w="12700">
              <a:solidFill>
                <a:srgbClr val="CD9629">
                  <a:alpha val="54902"/>
                </a:srgbClr>
              </a:solidFill>
              <a:prstDash val="sysDot"/>
            </a:ln>
          </p:spPr>
        </p:sp>
      </p:grpSp>
      <p:sp>
        <p:nvSpPr>
          <p:cNvPr id="46" name="Shape 41"/>
          <p:cNvSpPr/>
          <p:nvPr/>
        </p:nvSpPr>
        <p:spPr>
          <a:xfrm>
            <a:off x="1008035" y="8112191"/>
            <a:ext cx="5544007" cy="0"/>
          </a:xfrm>
          <a:prstGeom prst="line">
            <a:avLst/>
          </a:prstGeom>
          <a:noFill/>
          <a:ln w="6350">
            <a:solidFill>
              <a:srgbClr val="A87B22"/>
            </a:solidFill>
            <a:prstDash val="solid"/>
          </a:ln>
        </p:spPr>
      </p:sp>
      <p:sp>
        <p:nvSpPr>
          <p:cNvPr id="54" name="메인 문구">
            <a:extLst>
              <a:ext uri="{FF2B5EF4-FFF2-40B4-BE49-F238E27FC236}">
                <a16:creationId xmlns:a16="http://schemas.microsoft.com/office/drawing/2014/main" id="{65FC59A6-C32F-4593-ADF5-24058CA2893B}"/>
              </a:ext>
            </a:extLst>
          </p:cNvPr>
          <p:cNvSpPr txBox="1"/>
          <p:nvPr/>
        </p:nvSpPr>
        <p:spPr>
          <a:xfrm>
            <a:off x="2163017" y="3526820"/>
            <a:ext cx="3233638" cy="492629"/>
          </a:xfrm>
          <a:prstGeom prst="rect">
            <a:avLst/>
          </a:prstGeom>
          <a:noFill/>
          <a:effectLst/>
        </p:spPr>
        <p:txBody>
          <a:bodyPr wrap="none" lIns="0" tIns="0" rIns="0" bIns="0" anchor="t"/>
          <a:lstStyle/>
          <a:p>
            <a:pPr algn="ctr"/>
            <a:r>
              <a:rPr lang="ko-KR" altLang="en-US" sz="3600" spc="-53" dirty="0">
                <a:solidFill>
                  <a:srgbClr val="1A1916"/>
                </a:solidFill>
                <a:effectLst>
                  <a:glow rad="114300">
                    <a:srgbClr val="F3EEE3"/>
                  </a:glow>
                </a:effectLst>
                <a:latin typeface="Pretendard ExtraBold"/>
                <a:ea typeface="Pretendard ExtraBold"/>
              </a:rPr>
              <a:t>코딩을 몰라도</a:t>
            </a:r>
            <a:r>
              <a:rPr lang="en-US" altLang="ko-KR" sz="3600" spc="-53" dirty="0">
                <a:solidFill>
                  <a:srgbClr val="1A1916"/>
                </a:solidFill>
                <a:effectLst>
                  <a:glow rad="114300">
                    <a:srgbClr val="F3EEE3"/>
                  </a:glow>
                </a:effectLst>
                <a:latin typeface="Pretendard ExtraBold"/>
                <a:ea typeface="Pretendard ExtraBold"/>
              </a:rPr>
              <a:t>,</a:t>
            </a:r>
            <a:endParaRPr lang="ko-KR" altLang="en-US" sz="3600" spc="-53" dirty="0">
              <a:solidFill>
                <a:srgbClr val="1A1916"/>
              </a:solidFill>
              <a:effectLst>
                <a:glow rad="114300">
                  <a:srgbClr val="F3EEE3"/>
                </a:glow>
              </a:effectLst>
              <a:latin typeface="Pretendard ExtraBold"/>
              <a:ea typeface="Pretendard ExtraBold"/>
            </a:endParaRPr>
          </a:p>
        </p:txBody>
      </p:sp>
      <p:sp>
        <p:nvSpPr>
          <p:cNvPr id="55" name="보조 문구">
            <a:extLst>
              <a:ext uri="{FF2B5EF4-FFF2-40B4-BE49-F238E27FC236}">
                <a16:creationId xmlns:a16="http://schemas.microsoft.com/office/drawing/2014/main" id="{96699838-0CBE-4F56-8BE7-C2F3C515FBA6}"/>
              </a:ext>
            </a:extLst>
          </p:cNvPr>
          <p:cNvSpPr txBox="1"/>
          <p:nvPr/>
        </p:nvSpPr>
        <p:spPr>
          <a:xfrm>
            <a:off x="-1" y="4826089"/>
            <a:ext cx="7559675" cy="36871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en-US" altLang="ko-KR" sz="2300" b="1" dirty="0">
                <a:solidFill>
                  <a:srgbClr val="908978"/>
                </a:solidFill>
                <a:latin typeface="Pretendard"/>
                <a:ea typeface="Pretendard"/>
              </a:rPr>
              <a:t>“21</a:t>
            </a:r>
            <a:r>
              <a:rPr lang="ko-KR" altLang="en-US" sz="2300" b="1" dirty="0">
                <a:solidFill>
                  <a:srgbClr val="908978"/>
                </a:solidFill>
                <a:latin typeface="Pretendard"/>
                <a:ea typeface="Pretendard"/>
              </a:rPr>
              <a:t>명이 완주한 </a:t>
            </a:r>
            <a:r>
              <a:rPr lang="en-US" altLang="ko-KR" sz="2300" b="1" dirty="0">
                <a:solidFill>
                  <a:srgbClr val="908978"/>
                </a:solidFill>
                <a:latin typeface="Pretendard"/>
                <a:ea typeface="Pretendard"/>
              </a:rPr>
              <a:t>8</a:t>
            </a:r>
            <a:r>
              <a:rPr lang="ko-KR" altLang="en-US" sz="2300" b="1" dirty="0">
                <a:solidFill>
                  <a:srgbClr val="908978"/>
                </a:solidFill>
                <a:latin typeface="Pretendard"/>
                <a:ea typeface="Pretendard"/>
              </a:rPr>
              <a:t>번의 미션</a:t>
            </a:r>
            <a:r>
              <a:rPr lang="en-US" altLang="ko-KR" sz="2300" b="1" dirty="0">
                <a:solidFill>
                  <a:srgbClr val="908978"/>
                </a:solidFill>
                <a:latin typeface="Pretendard"/>
                <a:ea typeface="Pretendard"/>
              </a:rPr>
              <a:t>, 100</a:t>
            </a:r>
            <a:r>
              <a:rPr lang="ko-KR" altLang="en-US" sz="2300" b="1" dirty="0">
                <a:solidFill>
                  <a:srgbClr val="908978"/>
                </a:solidFill>
                <a:latin typeface="Pretendard"/>
                <a:ea typeface="Pretendard"/>
              </a:rPr>
              <a:t>건의</a:t>
            </a:r>
            <a:r>
              <a:rPr lang="en-US" altLang="ko-KR" sz="2300" b="1" dirty="0">
                <a:solidFill>
                  <a:srgbClr val="908978"/>
                </a:solidFill>
                <a:latin typeface="Pretendard"/>
                <a:ea typeface="Pretendard"/>
              </a:rPr>
              <a:t> </a:t>
            </a:r>
            <a:r>
              <a:rPr lang="ko-KR" altLang="en-US" sz="2300" b="1" dirty="0">
                <a:solidFill>
                  <a:srgbClr val="908978"/>
                </a:solidFill>
                <a:latin typeface="Pretendard"/>
                <a:ea typeface="Pretendard"/>
              </a:rPr>
              <a:t>활용 사례</a:t>
            </a:r>
            <a:r>
              <a:rPr lang="en-US" altLang="ko-KR" sz="2300" b="1" dirty="0">
                <a:solidFill>
                  <a:srgbClr val="908978"/>
                </a:solidFill>
                <a:latin typeface="Pretendard"/>
                <a:ea typeface="Pretendard"/>
              </a:rPr>
              <a:t>”</a:t>
            </a:r>
            <a:endParaRPr lang="ko-KR" altLang="en-US" sz="2300" b="1" dirty="0">
              <a:solidFill>
                <a:srgbClr val="908978"/>
              </a:solidFill>
              <a:latin typeface="Pretendard"/>
              <a:ea typeface="Pretendard"/>
            </a:endParaRPr>
          </a:p>
        </p:txBody>
      </p:sp>
      <p:sp>
        <p:nvSpPr>
          <p:cNvPr id="56" name="일시">
            <a:extLst>
              <a:ext uri="{FF2B5EF4-FFF2-40B4-BE49-F238E27FC236}">
                <a16:creationId xmlns:a16="http://schemas.microsoft.com/office/drawing/2014/main" id="{B641C9A8-CB71-4700-A0F3-035C23632FB2}"/>
              </a:ext>
            </a:extLst>
          </p:cNvPr>
          <p:cNvSpPr txBox="1"/>
          <p:nvPr/>
        </p:nvSpPr>
        <p:spPr>
          <a:xfrm>
            <a:off x="768566" y="9110198"/>
            <a:ext cx="3779838" cy="42208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en-US" altLang="ko-KR" sz="2778" spc="-111" dirty="0">
                <a:solidFill>
                  <a:srgbClr val="1A1916"/>
                </a:solidFill>
                <a:latin typeface="Pretendard ExtraBold"/>
                <a:ea typeface="Pretendard ExtraBold"/>
              </a:rPr>
              <a:t>10. 30.(</a:t>
            </a:r>
            <a:r>
              <a:rPr lang="ko-KR" altLang="en-US" sz="2778" spc="-111" dirty="0">
                <a:solidFill>
                  <a:srgbClr val="1A1916"/>
                </a:solidFill>
                <a:latin typeface="Pretendard ExtraBold"/>
                <a:ea typeface="Pretendard ExtraBold"/>
              </a:rPr>
              <a:t>금</a:t>
            </a:r>
            <a:r>
              <a:rPr lang="en-US" altLang="ko-KR" sz="2778" spc="-111" dirty="0">
                <a:solidFill>
                  <a:srgbClr val="1A1916"/>
                </a:solidFill>
                <a:latin typeface="Pretendard ExtraBold"/>
                <a:ea typeface="Pretendard ExtraBold"/>
              </a:rPr>
              <a:t>)</a:t>
            </a:r>
            <a:r>
              <a:rPr lang="ko-KR" altLang="en-US" sz="1885" dirty="0">
                <a:solidFill>
                  <a:srgbClr val="1A1916"/>
                </a:solidFill>
                <a:latin typeface="Pretendard ExtraBold"/>
                <a:ea typeface="Pretendard ExtraBold"/>
              </a:rPr>
              <a:t>  </a:t>
            </a:r>
            <a:r>
              <a:rPr lang="ko-KR" altLang="en-US" sz="1885" spc="-111" dirty="0">
                <a:solidFill>
                  <a:srgbClr val="A87B22"/>
                </a:solidFill>
                <a:latin typeface="Pretendard ExtraBold"/>
                <a:ea typeface="Pretendard ExtraBold"/>
              </a:rPr>
              <a:t>오후 </a:t>
            </a:r>
            <a:r>
              <a:rPr lang="en-US" altLang="ko-KR" sz="1885" spc="-111" dirty="0">
                <a:solidFill>
                  <a:srgbClr val="A87B22"/>
                </a:solidFill>
                <a:latin typeface="Pretendard ExtraBold"/>
                <a:ea typeface="Pretendard ExtraBold"/>
              </a:rPr>
              <a:t>2</a:t>
            </a:r>
            <a:r>
              <a:rPr lang="ko-KR" altLang="en-US" sz="1885" spc="-111" dirty="0">
                <a:solidFill>
                  <a:srgbClr val="A87B22"/>
                </a:solidFill>
                <a:latin typeface="Pretendard ExtraBold"/>
                <a:ea typeface="Pretendard ExtraBold"/>
              </a:rPr>
              <a:t>시</a:t>
            </a:r>
          </a:p>
        </p:txBody>
      </p:sp>
      <p:sp>
        <p:nvSpPr>
          <p:cNvPr id="57" name="장소">
            <a:extLst>
              <a:ext uri="{FF2B5EF4-FFF2-40B4-BE49-F238E27FC236}">
                <a16:creationId xmlns:a16="http://schemas.microsoft.com/office/drawing/2014/main" id="{0F5EE7F1-FFF7-4ACC-82EC-E69CEA377DF4}"/>
              </a:ext>
            </a:extLst>
          </p:cNvPr>
          <p:cNvSpPr txBox="1"/>
          <p:nvPr/>
        </p:nvSpPr>
        <p:spPr>
          <a:xfrm>
            <a:off x="768566" y="9570078"/>
            <a:ext cx="3779838" cy="2267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ko-KR" altLang="en-US" sz="1488" b="1" dirty="0">
                <a:solidFill>
                  <a:srgbClr val="1A1916"/>
                </a:solidFill>
                <a:latin typeface="Pretendard"/>
                <a:ea typeface="Pretendard"/>
              </a:rPr>
              <a:t>대학본부 본관 </a:t>
            </a:r>
            <a:r>
              <a:rPr lang="en-US" altLang="ko-KR" sz="1488" b="1" dirty="0">
                <a:solidFill>
                  <a:srgbClr val="1A1916"/>
                </a:solidFill>
                <a:latin typeface="Pretendard"/>
                <a:ea typeface="Pretendard"/>
              </a:rPr>
              <a:t>3</a:t>
            </a:r>
            <a:r>
              <a:rPr lang="ko-KR" altLang="en-US" sz="1488" b="1" dirty="0">
                <a:solidFill>
                  <a:srgbClr val="1A1916"/>
                </a:solidFill>
                <a:latin typeface="Pretendard"/>
                <a:ea typeface="Pretendard"/>
              </a:rPr>
              <a:t>층 대강당</a:t>
            </a:r>
          </a:p>
        </p:txBody>
      </p:sp>
      <p:sp>
        <p:nvSpPr>
          <p:cNvPr id="58" name="신청 기한">
            <a:extLst>
              <a:ext uri="{FF2B5EF4-FFF2-40B4-BE49-F238E27FC236}">
                <a16:creationId xmlns:a16="http://schemas.microsoft.com/office/drawing/2014/main" id="{9CC93C97-1E53-4CBB-BB4D-894C592723CE}"/>
              </a:ext>
            </a:extLst>
          </p:cNvPr>
          <p:cNvSpPr txBox="1"/>
          <p:nvPr/>
        </p:nvSpPr>
        <p:spPr>
          <a:xfrm>
            <a:off x="778320" y="9872465"/>
            <a:ext cx="3779838" cy="16379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ko-KR" altLang="en-US" sz="1091" spc="-53" dirty="0">
                <a:solidFill>
                  <a:srgbClr val="80796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참석 신청 </a:t>
            </a:r>
            <a:r>
              <a:rPr lang="en-US" altLang="ko-KR" sz="1091" spc="-53" dirty="0">
                <a:solidFill>
                  <a:srgbClr val="80796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10. 29.(</a:t>
            </a:r>
            <a:r>
              <a:rPr lang="ko-KR" altLang="en-US" sz="1091" spc="-53" dirty="0">
                <a:solidFill>
                  <a:srgbClr val="80796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목</a:t>
            </a:r>
            <a:r>
              <a:rPr lang="en-US" altLang="ko-KR" sz="1091" spc="-53" dirty="0">
                <a:solidFill>
                  <a:srgbClr val="80796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r>
              <a:rPr lang="ko-KR" altLang="en-US" sz="1091" spc="-53" dirty="0">
                <a:solidFill>
                  <a:srgbClr val="80796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까지</a:t>
            </a:r>
          </a:p>
        </p:txBody>
      </p:sp>
      <p:sp>
        <p:nvSpPr>
          <p:cNvPr id="59" name="QR 바탕">
            <a:extLst>
              <a:ext uri="{FF2B5EF4-FFF2-40B4-BE49-F238E27FC236}">
                <a16:creationId xmlns:a16="http://schemas.microsoft.com/office/drawing/2014/main" id="{D912B5D2-FDA4-4395-9D9B-3F0CE3E35273}"/>
              </a:ext>
            </a:extLst>
          </p:cNvPr>
          <p:cNvSpPr/>
          <p:nvPr/>
        </p:nvSpPr>
        <p:spPr>
          <a:xfrm>
            <a:off x="5783151" y="8984000"/>
            <a:ext cx="1007957" cy="1007957"/>
          </a:xfrm>
          <a:prstGeom prst="rect">
            <a:avLst/>
          </a:prstGeom>
          <a:solidFill>
            <a:srgbClr val="FFFFFF"/>
          </a:solidFill>
          <a:ln w="14287">
            <a:solidFill>
              <a:srgbClr val="A87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91"/>
          </a:p>
        </p:txBody>
      </p:sp>
      <p:pic>
        <p:nvPicPr>
          <p:cNvPr id="60" name="QR(공연·참석 안내 페이지)" descr="image.png">
            <a:extLst>
              <a:ext uri="{FF2B5EF4-FFF2-40B4-BE49-F238E27FC236}">
                <a16:creationId xmlns:a16="http://schemas.microsoft.com/office/drawing/2014/main" id="{F3E54CE4-5860-4120-875C-11DD21E3F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6148" y="9046997"/>
            <a:ext cx="881962" cy="881962"/>
          </a:xfrm>
          <a:prstGeom prst="rect">
            <a:avLst/>
          </a:prstGeom>
        </p:spPr>
      </p:pic>
      <p:sp>
        <p:nvSpPr>
          <p:cNvPr id="61" name="QR 설명">
            <a:extLst>
              <a:ext uri="{FF2B5EF4-FFF2-40B4-BE49-F238E27FC236}">
                <a16:creationId xmlns:a16="http://schemas.microsoft.com/office/drawing/2014/main" id="{E2D10B68-8F49-4688-BA1E-8D0576957D0E}"/>
              </a:ext>
            </a:extLst>
          </p:cNvPr>
          <p:cNvSpPr txBox="1"/>
          <p:nvPr/>
        </p:nvSpPr>
        <p:spPr>
          <a:xfrm>
            <a:off x="5657156" y="10042355"/>
            <a:ext cx="1259946" cy="14489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ko-KR" altLang="en-US" sz="942" b="1">
                <a:solidFill>
                  <a:srgbClr val="5B564C"/>
                </a:solidFill>
                <a:latin typeface="Pretendard"/>
                <a:ea typeface="Pretendard"/>
              </a:rPr>
              <a:t>참석 신청</a:t>
            </a:r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46AEFB3B-A224-42B5-B7FD-771F0A3F560E}"/>
              </a:ext>
            </a:extLst>
          </p:cNvPr>
          <p:cNvSpPr txBox="1"/>
          <p:nvPr/>
        </p:nvSpPr>
        <p:spPr>
          <a:xfrm>
            <a:off x="-1" y="3940717"/>
            <a:ext cx="7559675" cy="7836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altLang="ko-KR" sz="3600" kern="0" spc="-80" dirty="0">
                <a:solidFill>
                  <a:srgbClr val="A87B22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</a:t>
            </a:r>
            <a:r>
              <a:rPr lang="ko-KR" altLang="en-US" sz="3600" kern="0" spc="-80" dirty="0">
                <a:solidFill>
                  <a:srgbClr val="A87B22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에이전트</a:t>
            </a:r>
            <a:r>
              <a:rPr lang="ko-KR" altLang="en-US" sz="3600" kern="0" spc="-80" dirty="0">
                <a:solidFill>
                  <a:srgbClr val="1A191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를 만들어 냈습니다</a:t>
            </a:r>
            <a:r>
              <a:rPr lang="en-US" altLang="ko-KR" sz="3600" kern="0" spc="-80" dirty="0">
                <a:solidFill>
                  <a:srgbClr val="1A191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.</a:t>
            </a:r>
          </a:p>
        </p:txBody>
      </p:sp>
      <p:sp>
        <p:nvSpPr>
          <p:cNvPr id="67" name="국립대학육성사업 지원 문구"/>
          <p:cNvSpPr txBox="1"/>
          <p:nvPr/>
        </p:nvSpPr>
        <p:spPr>
          <a:xfrm>
            <a:off x="0" y="10220325"/>
            <a:ext cx="7559675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lang="ko-KR">
                <a:solidFill>
                  <a:srgbClr val="80796A"/>
                </a:solidFill>
                <a:latin typeface="Pretendard Medium"/>
                <a:ea typeface="Pretendard Medium"/>
              </a:rPr>
              <a:t>본 행사는 2026년 국립대학육성사업의 지원을 받아 운영됩니다.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126</Words>
  <Application>Microsoft Office PowerPoint</Application>
  <PresentationFormat>사용자 지정</PresentationFormat>
  <Paragraphs>27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Pretendard Medium</vt:lpstr>
      <vt:lpstr>Pretendard</vt:lpstr>
      <vt:lpstr>Georgia</vt:lpstr>
      <vt:lpstr>Pretendard ExtraBold</vt:lpstr>
      <vt:lpstr>Pretendard SemiBold</vt:lpstr>
      <vt:lpstr>맑은 고딕</vt:lpstr>
      <vt:lpstr>Garamond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마에스트로 성과공유회</dc:title>
  <dc:subject>PptxGenJS Presentation</dc:subject>
  <dc:creator>부산대학교 AX·정보화혁신본부</dc:creator>
  <cp:lastModifiedBy>정유원</cp:lastModifiedBy>
  <cp:revision>9</cp:revision>
  <dcterms:created xsi:type="dcterms:W3CDTF">2026-10-20T03:04:59Z</dcterms:created>
  <dcterms:modified xsi:type="dcterms:W3CDTF">2026-10-20T03:29:59Z</dcterms:modified>
</cp:coreProperties>
</file>